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828800" cy="164592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万能智能助手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赋能生产生活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深圳理工大学 AI Agent 创新大赛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92040"/>
            <a:ext cx="3657600" cy="25146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0700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项目背景与痛点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当前AI助手的局限性分析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627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核心创新亮点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28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四大技术创新突破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8483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0665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技术架构总览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2677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三层架构设计理念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2374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5054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体系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706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七大Agent能力矩阵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62656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944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知识库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145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智能检索增强生成流程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120700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1188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前端界面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389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功能特色与用户体验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16459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1627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1828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办公助手与产业赋能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08483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20665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竞争优势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22677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与主流产品对比分析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252374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25054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技术评审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2706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创新性/效率/鲁棒性评估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2962656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2944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总结展望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145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核心价值与未来规划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项目背景与痛点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当前AI助手的三大核心局限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4630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功能碎片化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不同任务需要切换多个工具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对话、搜索、编程各自独立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用户学习成本高，效率低下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8016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无法自主行动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423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仅能生成文本，无法执行操作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缺少浏览器、文件系统等工具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无法完成端到端的复杂任务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80160"/>
            <a:ext cx="25603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14630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知识管理缺失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423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无法利用企业私有知识库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缺乏长期记忆与上下文管理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回答准确性受限于训练数据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DATA-AI 的目标：构建一个全能、自主、可持续学习的 AI Agent 平台，打破上述三大局限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核心创新亮点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四大技术创新突破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全栈 Agent 架构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统一的 Agent 框架，集成对话、工具调用、代码执行、浏览器操控等全栈能力，实现真正的端到端自主决策。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840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零依赖 RAG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自研轻量级 RAG 引擎，无需外部向量数据库，支持本地文件解析、分块、向量化与语义检索，开箱即用。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840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38404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生态集成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全面支持 Model Context Protocol，可无缝接入外部工具服务，构建可扩展的 Agent 工具生态系统。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3840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80360"/>
            <a:ext cx="3840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990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工作流引擎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可视化工作流编排系统，支持多 Agent 协作、条件分支、循环执行，将复杂任务拆解为可复用的自动化流程。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三层架构设计：前端展示 / Agent框架 / 工具层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188720"/>
            <a:ext cx="6858000" cy="822960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188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前端展示层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| 对话管理 | Artifacts | 主题系统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143000" y="2377440"/>
            <a:ext cx="68580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框架层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| Flow 工作流 | RAG 引擎 | MCP 协议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43000" y="3566160"/>
            <a:ext cx="685800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3566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工具与能力层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977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代码执行 | 浏览器 | 文件操作 | 搜索引擎 | 沙箱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核心智能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" y="3566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能力支撑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七大专业 Agent 能力矩阵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 名称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定位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核心能力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ReAct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通用推理与行动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对话理解、任务规划、工具选择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Data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数据分析专家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数据清洗、统计分析、可视化生成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Browser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浏览器操控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网页浏览、信息提取、表单填写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SWE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软件工程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代码生成、调试、项目构建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外部工具集成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MCP协议通信、服务发现、工具调用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Sandbox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安全沙箱执行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代码隔离运行、文件系统管理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Toolcall Agent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工具调用协调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多工具编排、参数解析、结果聚合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知识库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零依赖智能检索增强生成流程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459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文档上传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PDF/Word/Markdown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多格式支持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74520" y="21945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16459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智能分块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语义切分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重叠窗口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21945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86200" y="16459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8620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向量化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语义编码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57800" y="21945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77840" y="16459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语义检索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相似度匹配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召回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49440" y="21945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69480" y="164592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694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948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上下文注入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增强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精准回答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零外部依赖 - 无需向量数据库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320040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6032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多格式文档解析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20040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语义级智能分块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320040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665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实时检索增强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前端界面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功能特色与用户体验设计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234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对话管理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多会话并行、历史记录、上下文切换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渲染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富文本展示、数学公式、表格支持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4864" cy="1234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代码高亮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多语言语法高亮、一键复制、代码执行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可视化输出、图表生成、文档预览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65176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651760"/>
            <a:ext cx="54864" cy="1234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主题切换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明暗主题、自定义配色、响应式布局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65176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实时交互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流式输出、进度反馈、中断控制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办公助手 + 产业赋能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办公助手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智能文档处理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自动生成报告、摘要、翻译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2316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23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数据分析助手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79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Excel分析、图表生成、趋势洞察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6324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邮件与日程管理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智能回复、会议安排、任务提醒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知识库问答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593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企业文档检索、政策法规查询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产业赋能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78308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7830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783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软件开发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代码生成、Bug修复、自动化测试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2316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4231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423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金融分析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2679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市场数据解析、风险评估、报告生成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632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063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教育培训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3192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智能答疑、课程设计、学习路径规划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7033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70332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科研辅助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39593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文献检索、实验设计、论文辅助写作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竞争优势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与主流 AI 产品对比分析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对比维度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DATA-AI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ChatGPT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 自主行动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部分支持 (Plugins)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部分支持 (Tools)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RAG 知识库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内置零依赖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需外部集成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需外部集成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 生态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工作流编排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可视化引擎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GPTs 有限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代码执行沙箱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安全沙箱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沙箱执行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沙箱执行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浏览器操控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完整浏览器自动化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Browsing 有限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开源部署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完全开源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闭源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闭源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本地化部署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技术评审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创新性 / 效率 / 鲁棒性 三维度评估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7373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95/100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全栈Agent架构设计，统一多种AI能力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零依赖RAG引擎，降低部署门槛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MCP生态原生集成，引领行业标准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效率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90/100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端到端自主执行，减少人工干预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Flow工作流自动化，提升任务吞吐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智能工具选择，优化资源利用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鲁棒性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0" y="17373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88/100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Docker沙箱隔离，保障执行安全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错误自动恢复与重试机制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多模型适配，避免单点依赖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9144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18288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828800" cy="164592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18288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全能 Agent 架构，一站式AI解决方案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零依赖 RAG，降低企业部署门槛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生态，构建开放工具平台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工作流，实现复杂任务自动化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多模态能力扩展（图像/音频/视频）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协作网络与分布式调度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行业垂直模型微调与优化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企业级权限管理与安全审计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47472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DATA-AI - 让 AI 真正成为你的智能助手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892040"/>
            <a:ext cx="3657600" cy="251460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DATA-AI 万能智能助手 - AI Agent赋能生产生活</dc:title>
  <dc:subject>PptxGenJS Presentation</dc:subject>
  <dc:creator>DATA-AI Team</dc:creator>
  <cp:lastModifiedBy>DATA-AI Team</cp:lastModifiedBy>
  <cp:revision>1</cp:revision>
  <dcterms:created xsi:type="dcterms:W3CDTF">2026-05-15T08:25:19Z</dcterms:created>
  <dcterms:modified xsi:type="dcterms:W3CDTF">2026-05-15T08:25:19Z</dcterms:modified>
</cp:coreProperties>
</file>